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48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ar Kenjalkar" userId="45066fbf55f51cb3" providerId="LiveId" clId="{919BBC82-4F80-495A-8361-66854E928900}"/>
    <pc:docChg chg="undo redo custSel addSld delSld modSld sldOrd">
      <pc:chgData name="Kedar Kenjalkar" userId="45066fbf55f51cb3" providerId="LiveId" clId="{919BBC82-4F80-495A-8361-66854E928900}" dt="2025-03-21T20:05:17.620" v="4484" actId="20577"/>
      <pc:docMkLst>
        <pc:docMk/>
      </pc:docMkLst>
      <pc:sldChg chg="modSp mod">
        <pc:chgData name="Kedar Kenjalkar" userId="45066fbf55f51cb3" providerId="LiveId" clId="{919BBC82-4F80-495A-8361-66854E928900}" dt="2025-03-19T21:55:29.510" v="785" actId="20577"/>
        <pc:sldMkLst>
          <pc:docMk/>
          <pc:sldMk cId="4177162905" sldId="257"/>
        </pc:sldMkLst>
        <pc:spChg chg="mod">
          <ac:chgData name="Kedar Kenjalkar" userId="45066fbf55f51cb3" providerId="LiveId" clId="{919BBC82-4F80-495A-8361-66854E928900}" dt="2025-03-19T21:55:29.510" v="785" actId="20577"/>
          <ac:spMkLst>
            <pc:docMk/>
            <pc:sldMk cId="4177162905" sldId="257"/>
            <ac:spMk id="3" creationId="{8AD056C7-1D3A-49C0-E301-EB82BA18C1A0}"/>
          </ac:spMkLst>
        </pc:spChg>
      </pc:sldChg>
      <pc:sldChg chg="modSp mod">
        <pc:chgData name="Kedar Kenjalkar" userId="45066fbf55f51cb3" providerId="LiveId" clId="{919BBC82-4F80-495A-8361-66854E928900}" dt="2025-03-21T18:48:30.210" v="2281" actId="20577"/>
        <pc:sldMkLst>
          <pc:docMk/>
          <pc:sldMk cId="1663360160" sldId="258"/>
        </pc:sldMkLst>
        <pc:spChg chg="mod">
          <ac:chgData name="Kedar Kenjalkar" userId="45066fbf55f51cb3" providerId="LiveId" clId="{919BBC82-4F80-495A-8361-66854E928900}" dt="2025-03-19T21:57:54.684" v="860" actId="122"/>
          <ac:spMkLst>
            <pc:docMk/>
            <pc:sldMk cId="1663360160" sldId="258"/>
            <ac:spMk id="2" creationId="{8AB891FA-8AA4-77F7-FCEA-10A3E04183FB}"/>
          </ac:spMkLst>
        </pc:spChg>
        <pc:spChg chg="mod">
          <ac:chgData name="Kedar Kenjalkar" userId="45066fbf55f51cb3" providerId="LiveId" clId="{919BBC82-4F80-495A-8361-66854E928900}" dt="2025-03-21T18:48:30.210" v="2281" actId="20577"/>
          <ac:spMkLst>
            <pc:docMk/>
            <pc:sldMk cId="1663360160" sldId="258"/>
            <ac:spMk id="3" creationId="{3093FF9C-B70D-4A00-0D05-B49D311C28D1}"/>
          </ac:spMkLst>
        </pc:spChg>
      </pc:sldChg>
      <pc:sldChg chg="addSp delSp modSp add mod">
        <pc:chgData name="Kedar Kenjalkar" userId="45066fbf55f51cb3" providerId="LiveId" clId="{919BBC82-4F80-495A-8361-66854E928900}" dt="2025-03-21T18:23:28.555" v="1679" actId="20577"/>
        <pc:sldMkLst>
          <pc:docMk/>
          <pc:sldMk cId="2025154823" sldId="259"/>
        </pc:sldMkLst>
        <pc:spChg chg="mod">
          <ac:chgData name="Kedar Kenjalkar" userId="45066fbf55f51cb3" providerId="LiveId" clId="{919BBC82-4F80-495A-8361-66854E928900}" dt="2025-03-21T18:23:28.555" v="1679" actId="20577"/>
          <ac:spMkLst>
            <pc:docMk/>
            <pc:sldMk cId="2025154823" sldId="259"/>
            <ac:spMk id="2" creationId="{611E0F12-6E5B-4543-F200-3A40ADAC9F62}"/>
          </ac:spMkLst>
        </pc:spChg>
        <pc:spChg chg="del">
          <ac:chgData name="Kedar Kenjalkar" userId="45066fbf55f51cb3" providerId="LiveId" clId="{919BBC82-4F80-495A-8361-66854E928900}" dt="2025-03-21T18:22:40.687" v="1629" actId="22"/>
          <ac:spMkLst>
            <pc:docMk/>
            <pc:sldMk cId="2025154823" sldId="259"/>
            <ac:spMk id="3" creationId="{A27BD442-1207-0526-6B47-C337BF585EC7}"/>
          </ac:spMkLst>
        </pc:spChg>
        <pc:picChg chg="add mod ord">
          <ac:chgData name="Kedar Kenjalkar" userId="45066fbf55f51cb3" providerId="LiveId" clId="{919BBC82-4F80-495A-8361-66854E928900}" dt="2025-03-21T18:22:40.687" v="1629" actId="22"/>
          <ac:picMkLst>
            <pc:docMk/>
            <pc:sldMk cId="2025154823" sldId="259"/>
            <ac:picMk id="5" creationId="{4C5F2982-78C7-588F-3D1E-594CDE91F205}"/>
          </ac:picMkLst>
        </pc:picChg>
      </pc:sldChg>
      <pc:sldChg chg="new del">
        <pc:chgData name="Kedar Kenjalkar" userId="45066fbf55f51cb3" providerId="LiveId" clId="{919BBC82-4F80-495A-8361-66854E928900}" dt="2025-03-19T21:55:40.066" v="787" actId="2696"/>
        <pc:sldMkLst>
          <pc:docMk/>
          <pc:sldMk cId="2150088252" sldId="259"/>
        </pc:sldMkLst>
      </pc:sldChg>
      <pc:sldChg chg="addSp modSp add mod ord">
        <pc:chgData name="Kedar Kenjalkar" userId="45066fbf55f51cb3" providerId="LiveId" clId="{919BBC82-4F80-495A-8361-66854E928900}" dt="2025-03-21T18:47:18.363" v="2264" actId="1076"/>
        <pc:sldMkLst>
          <pc:docMk/>
          <pc:sldMk cId="2406077697" sldId="260"/>
        </pc:sldMkLst>
        <pc:spChg chg="mod">
          <ac:chgData name="Kedar Kenjalkar" userId="45066fbf55f51cb3" providerId="LiveId" clId="{919BBC82-4F80-495A-8361-66854E928900}" dt="2025-03-21T18:24:36.473" v="1716" actId="20577"/>
          <ac:spMkLst>
            <pc:docMk/>
            <pc:sldMk cId="2406077697" sldId="260"/>
            <ac:spMk id="2" creationId="{C9563FDD-37D7-AAC8-D2E2-241BCC219A93}"/>
          </ac:spMkLst>
        </pc:spChg>
        <pc:spChg chg="mod">
          <ac:chgData name="Kedar Kenjalkar" userId="45066fbf55f51cb3" providerId="LiveId" clId="{919BBC82-4F80-495A-8361-66854E928900}" dt="2025-03-21T18:46:57.342" v="2259" actId="5793"/>
          <ac:spMkLst>
            <pc:docMk/>
            <pc:sldMk cId="2406077697" sldId="260"/>
            <ac:spMk id="3" creationId="{2B25EBAB-B04C-F293-659A-4F6566C79D38}"/>
          </ac:spMkLst>
        </pc:spChg>
        <pc:picChg chg="add mod">
          <ac:chgData name="Kedar Kenjalkar" userId="45066fbf55f51cb3" providerId="LiveId" clId="{919BBC82-4F80-495A-8361-66854E928900}" dt="2025-03-21T18:47:18.363" v="2264" actId="1076"/>
          <ac:picMkLst>
            <pc:docMk/>
            <pc:sldMk cId="2406077697" sldId="260"/>
            <ac:picMk id="5" creationId="{665F15FA-FC47-D9A5-463E-1BF9BDE2E5C7}"/>
          </ac:picMkLst>
        </pc:picChg>
      </pc:sldChg>
      <pc:sldChg chg="addSp modSp add mod ord">
        <pc:chgData name="Kedar Kenjalkar" userId="45066fbf55f51cb3" providerId="LiveId" clId="{919BBC82-4F80-495A-8361-66854E928900}" dt="2025-03-21T19:04:57.411" v="2690" actId="1076"/>
        <pc:sldMkLst>
          <pc:docMk/>
          <pc:sldMk cId="119475381" sldId="261"/>
        </pc:sldMkLst>
        <pc:spChg chg="mod">
          <ac:chgData name="Kedar Kenjalkar" userId="45066fbf55f51cb3" providerId="LiveId" clId="{919BBC82-4F80-495A-8361-66854E928900}" dt="2025-03-21T18:50:22.712" v="2332" actId="20577"/>
          <ac:spMkLst>
            <pc:docMk/>
            <pc:sldMk cId="119475381" sldId="261"/>
            <ac:spMk id="2" creationId="{0488ECA9-EA68-5C27-A585-C8A0949C169C}"/>
          </ac:spMkLst>
        </pc:spChg>
        <pc:spChg chg="mod">
          <ac:chgData name="Kedar Kenjalkar" userId="45066fbf55f51cb3" providerId="LiveId" clId="{919BBC82-4F80-495A-8361-66854E928900}" dt="2025-03-21T18:57:16.002" v="2681" actId="5793"/>
          <ac:spMkLst>
            <pc:docMk/>
            <pc:sldMk cId="119475381" sldId="261"/>
            <ac:spMk id="3" creationId="{2324236B-4F88-D466-589E-9C8CFF0E050E}"/>
          </ac:spMkLst>
        </pc:spChg>
        <pc:picChg chg="add mod">
          <ac:chgData name="Kedar Kenjalkar" userId="45066fbf55f51cb3" providerId="LiveId" clId="{919BBC82-4F80-495A-8361-66854E928900}" dt="2025-03-21T19:04:57.411" v="2690" actId="1076"/>
          <ac:picMkLst>
            <pc:docMk/>
            <pc:sldMk cId="119475381" sldId="261"/>
            <ac:picMk id="5" creationId="{140278AE-BC92-2185-46D4-61A84733D98B}"/>
          </ac:picMkLst>
        </pc:picChg>
      </pc:sldChg>
      <pc:sldChg chg="addSp delSp modSp new add del mod">
        <pc:chgData name="Kedar Kenjalkar" userId="45066fbf55f51cb3" providerId="LiveId" clId="{919BBC82-4F80-495A-8361-66854E928900}" dt="2025-03-21T19:49:06.181" v="3482" actId="20577"/>
        <pc:sldMkLst>
          <pc:docMk/>
          <pc:sldMk cId="4068971289" sldId="262"/>
        </pc:sldMkLst>
        <pc:spChg chg="mod">
          <ac:chgData name="Kedar Kenjalkar" userId="45066fbf55f51cb3" providerId="LiveId" clId="{919BBC82-4F80-495A-8361-66854E928900}" dt="2025-03-21T19:17:42.545" v="2745" actId="20577"/>
          <ac:spMkLst>
            <pc:docMk/>
            <pc:sldMk cId="4068971289" sldId="262"/>
            <ac:spMk id="2" creationId="{CBFB2345-64B4-F142-4380-92B4BA129756}"/>
          </ac:spMkLst>
        </pc:spChg>
        <pc:spChg chg="mod">
          <ac:chgData name="Kedar Kenjalkar" userId="45066fbf55f51cb3" providerId="LiveId" clId="{919BBC82-4F80-495A-8361-66854E928900}" dt="2025-03-21T19:49:06.181" v="3482" actId="20577"/>
          <ac:spMkLst>
            <pc:docMk/>
            <pc:sldMk cId="4068971289" sldId="262"/>
            <ac:spMk id="3" creationId="{1C198A6F-2311-4FC8-1A9C-705E2AC37B5F}"/>
          </ac:spMkLst>
        </pc:spChg>
        <pc:picChg chg="add del mod">
          <ac:chgData name="Kedar Kenjalkar" userId="45066fbf55f51cb3" providerId="LiveId" clId="{919BBC82-4F80-495A-8361-66854E928900}" dt="2025-03-21T19:37:26.830" v="3214" actId="478"/>
          <ac:picMkLst>
            <pc:docMk/>
            <pc:sldMk cId="4068971289" sldId="262"/>
            <ac:picMk id="5" creationId="{0E7FDC78-E2D4-0BDF-9E02-87C1509CA6D4}"/>
          </ac:picMkLst>
        </pc:picChg>
      </pc:sldChg>
      <pc:sldChg chg="addSp modSp new mod">
        <pc:chgData name="Kedar Kenjalkar" userId="45066fbf55f51cb3" providerId="LiveId" clId="{919BBC82-4F80-495A-8361-66854E928900}" dt="2025-03-21T19:42:59.526" v="3285" actId="1076"/>
        <pc:sldMkLst>
          <pc:docMk/>
          <pc:sldMk cId="1334860902" sldId="263"/>
        </pc:sldMkLst>
        <pc:picChg chg="add mod">
          <ac:chgData name="Kedar Kenjalkar" userId="45066fbf55f51cb3" providerId="LiveId" clId="{919BBC82-4F80-495A-8361-66854E928900}" dt="2025-03-21T19:42:59.526" v="3285" actId="1076"/>
          <ac:picMkLst>
            <pc:docMk/>
            <pc:sldMk cId="1334860902" sldId="263"/>
            <ac:picMk id="5" creationId="{30D62120-8BA7-FFB0-6495-5148E42765AD}"/>
          </ac:picMkLst>
        </pc:picChg>
      </pc:sldChg>
      <pc:sldChg chg="addSp delSp modSp new mod">
        <pc:chgData name="Kedar Kenjalkar" userId="45066fbf55f51cb3" providerId="LiveId" clId="{919BBC82-4F80-495A-8361-66854E928900}" dt="2025-03-21T19:56:37.399" v="3821" actId="113"/>
        <pc:sldMkLst>
          <pc:docMk/>
          <pc:sldMk cId="3239254598" sldId="264"/>
        </pc:sldMkLst>
        <pc:spChg chg="mod">
          <ac:chgData name="Kedar Kenjalkar" userId="45066fbf55f51cb3" providerId="LiveId" clId="{919BBC82-4F80-495A-8361-66854E928900}" dt="2025-03-21T19:46:28.193" v="3340" actId="113"/>
          <ac:spMkLst>
            <pc:docMk/>
            <pc:sldMk cId="3239254598" sldId="264"/>
            <ac:spMk id="2" creationId="{970BCA28-044F-6630-B0EA-529F0CAD8F3A}"/>
          </ac:spMkLst>
        </pc:spChg>
        <pc:spChg chg="mod">
          <ac:chgData name="Kedar Kenjalkar" userId="45066fbf55f51cb3" providerId="LiveId" clId="{919BBC82-4F80-495A-8361-66854E928900}" dt="2025-03-21T19:56:37.399" v="3821" actId="113"/>
          <ac:spMkLst>
            <pc:docMk/>
            <pc:sldMk cId="3239254598" sldId="264"/>
            <ac:spMk id="3" creationId="{9DE36788-0BAB-44D5-1DC4-0E18BBA85C3C}"/>
          </ac:spMkLst>
        </pc:spChg>
        <pc:picChg chg="add del mod">
          <ac:chgData name="Kedar Kenjalkar" userId="45066fbf55f51cb3" providerId="LiveId" clId="{919BBC82-4F80-495A-8361-66854E928900}" dt="2025-03-21T19:53:56.964" v="3694" actId="478"/>
          <ac:picMkLst>
            <pc:docMk/>
            <pc:sldMk cId="3239254598" sldId="264"/>
            <ac:picMk id="5" creationId="{E44897B4-4018-F877-7A2F-DD5A913855AB}"/>
          </ac:picMkLst>
        </pc:picChg>
      </pc:sldChg>
      <pc:sldChg chg="addSp delSp modSp new mod">
        <pc:chgData name="Kedar Kenjalkar" userId="45066fbf55f51cb3" providerId="LiveId" clId="{919BBC82-4F80-495A-8361-66854E928900}" dt="2025-03-21T19:54:55.203" v="3698" actId="1076"/>
        <pc:sldMkLst>
          <pc:docMk/>
          <pc:sldMk cId="3559409873" sldId="265"/>
        </pc:sldMkLst>
        <pc:spChg chg="del">
          <ac:chgData name="Kedar Kenjalkar" userId="45066fbf55f51cb3" providerId="LiveId" clId="{919BBC82-4F80-495A-8361-66854E928900}" dt="2025-03-21T19:54:42.568" v="3696"/>
          <ac:spMkLst>
            <pc:docMk/>
            <pc:sldMk cId="3559409873" sldId="265"/>
            <ac:spMk id="3" creationId="{379AA40F-8D33-382B-78FD-8EABB9062B63}"/>
          </ac:spMkLst>
        </pc:spChg>
        <pc:picChg chg="add mod">
          <ac:chgData name="Kedar Kenjalkar" userId="45066fbf55f51cb3" providerId="LiveId" clId="{919BBC82-4F80-495A-8361-66854E928900}" dt="2025-03-21T19:54:55.203" v="3698" actId="1076"/>
          <ac:picMkLst>
            <pc:docMk/>
            <pc:sldMk cId="3559409873" sldId="265"/>
            <ac:picMk id="5" creationId="{A2FD21CA-AD09-26EA-3B38-295CC7988F03}"/>
          </ac:picMkLst>
        </pc:picChg>
      </pc:sldChg>
      <pc:sldChg chg="modSp new mod">
        <pc:chgData name="Kedar Kenjalkar" userId="45066fbf55f51cb3" providerId="LiveId" clId="{919BBC82-4F80-495A-8361-66854E928900}" dt="2025-03-21T20:03:22.948" v="4315" actId="113"/>
        <pc:sldMkLst>
          <pc:docMk/>
          <pc:sldMk cId="4071603147" sldId="266"/>
        </pc:sldMkLst>
        <pc:spChg chg="mod">
          <ac:chgData name="Kedar Kenjalkar" userId="45066fbf55f51cb3" providerId="LiveId" clId="{919BBC82-4F80-495A-8361-66854E928900}" dt="2025-03-21T19:58:49.102" v="3855" actId="20577"/>
          <ac:spMkLst>
            <pc:docMk/>
            <pc:sldMk cId="4071603147" sldId="266"/>
            <ac:spMk id="2" creationId="{866AF657-C7BF-3B0C-CA10-3D10E37BEEB5}"/>
          </ac:spMkLst>
        </pc:spChg>
        <pc:spChg chg="mod">
          <ac:chgData name="Kedar Kenjalkar" userId="45066fbf55f51cb3" providerId="LiveId" clId="{919BBC82-4F80-495A-8361-66854E928900}" dt="2025-03-21T20:03:22.948" v="4315" actId="113"/>
          <ac:spMkLst>
            <pc:docMk/>
            <pc:sldMk cId="4071603147" sldId="266"/>
            <ac:spMk id="3" creationId="{28376C28-3B48-4648-A645-229129D463B9}"/>
          </ac:spMkLst>
        </pc:spChg>
      </pc:sldChg>
      <pc:sldChg chg="modSp new mod">
        <pc:chgData name="Kedar Kenjalkar" userId="45066fbf55f51cb3" providerId="LiveId" clId="{919BBC82-4F80-495A-8361-66854E928900}" dt="2025-03-21T20:05:17.620" v="4484" actId="20577"/>
        <pc:sldMkLst>
          <pc:docMk/>
          <pc:sldMk cId="2025859221" sldId="267"/>
        </pc:sldMkLst>
        <pc:spChg chg="mod">
          <ac:chgData name="Kedar Kenjalkar" userId="45066fbf55f51cb3" providerId="LiveId" clId="{919BBC82-4F80-495A-8361-66854E928900}" dt="2025-03-21T20:05:17.620" v="4484" actId="20577"/>
          <ac:spMkLst>
            <pc:docMk/>
            <pc:sldMk cId="2025859221" sldId="267"/>
            <ac:spMk id="3" creationId="{63CBA109-87D7-34E1-648A-94E938E918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698D-7188-2740-7AB4-92FC4BCB09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COMPETITIVE ANALYSIS USING LLMS &amp; DATA SCIENCE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78F2D-61E3-4F34-3B39-95513FEEE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– Kedar Kenjalkar (TE)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77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623C-DD3F-D867-81C4-84EA523A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0228"/>
          </a:xfrm>
        </p:spPr>
        <p:txBody>
          <a:bodyPr/>
          <a:lstStyle/>
          <a:p>
            <a:r>
              <a:rPr lang="en-US" dirty="0"/>
              <a:t>ASPECTS OF THE PROJECT 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56C7-1D3A-49C0-E301-EB82BA18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16149"/>
            <a:ext cx="9601200" cy="4556051"/>
          </a:xfrm>
        </p:spPr>
        <p:txBody>
          <a:bodyPr>
            <a:normAutofit/>
          </a:bodyPr>
          <a:lstStyle/>
          <a:p>
            <a:r>
              <a:rPr lang="en-US" sz="2400" dirty="0"/>
              <a:t>This project was made for performing competitive market study applications.</a:t>
            </a:r>
          </a:p>
          <a:p>
            <a:r>
              <a:rPr lang="en-US" sz="2400" dirty="0"/>
              <a:t>This progresses through various stages of the development life cycle.</a:t>
            </a:r>
          </a:p>
          <a:p>
            <a:r>
              <a:rPr lang="en-US" sz="2400" dirty="0"/>
              <a:t>Intent of the project 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Working with NSE listed market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and study LLMs for sentiment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Integrate different APIs for response and streaming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Workflow management frameworks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Studying OS based deployment and configuration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7716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03EB-A980-0C67-0285-921402CF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91FA-8AA4-77F7-FCEA-10A3E041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02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PART 1 – DATA WAREHOUSING MARKET DATA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FF9C-B70D-4A00-0D05-B49D311C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39433"/>
            <a:ext cx="9601200" cy="4332767"/>
          </a:xfrm>
        </p:spPr>
        <p:txBody>
          <a:bodyPr/>
          <a:lstStyle/>
          <a:p>
            <a:r>
              <a:rPr lang="en-US" dirty="0"/>
              <a:t>Made use of </a:t>
            </a:r>
            <a:r>
              <a:rPr lang="en-US" dirty="0" err="1"/>
              <a:t>yfinance</a:t>
            </a:r>
            <a:r>
              <a:rPr lang="en-US" dirty="0"/>
              <a:t> API for fetching data from server.</a:t>
            </a:r>
          </a:p>
          <a:p>
            <a:r>
              <a:rPr lang="en-US" dirty="0"/>
              <a:t>The data was for each listed company name in the input file </a:t>
            </a:r>
            <a:r>
              <a:rPr lang="en-US" b="1" dirty="0"/>
              <a:t>of NSE listed companies</a:t>
            </a:r>
            <a:r>
              <a:rPr lang="en-US" dirty="0"/>
              <a:t>.</a:t>
            </a:r>
          </a:p>
          <a:p>
            <a:r>
              <a:rPr lang="en-IN" dirty="0"/>
              <a:t>The workflow is as follows –</a:t>
            </a:r>
          </a:p>
          <a:p>
            <a:pPr marL="0" indent="0">
              <a:buNone/>
            </a:pPr>
            <a:r>
              <a:rPr lang="en-IN" dirty="0"/>
              <a:t>	1. Run the bash file for setup</a:t>
            </a:r>
          </a:p>
          <a:p>
            <a:pPr marL="0" indent="0">
              <a:buNone/>
            </a:pPr>
            <a:r>
              <a:rPr lang="en-IN" dirty="0"/>
              <a:t>	2. The bash files 3 scripts inside it – </a:t>
            </a:r>
            <a:r>
              <a:rPr lang="en-IN" b="1" dirty="0" err="1"/>
              <a:t>create_tables</a:t>
            </a:r>
            <a:r>
              <a:rPr lang="en-IN" dirty="0"/>
              <a:t>, </a:t>
            </a:r>
            <a:r>
              <a:rPr lang="en-IN" b="1" dirty="0" err="1"/>
              <a:t>extract_data_all_time</a:t>
            </a:r>
            <a:r>
              <a:rPr lang="en-IN" b="1" dirty="0"/>
              <a:t> </a:t>
            </a:r>
            <a:r>
              <a:rPr lang="en-IN" dirty="0"/>
              <a:t>and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/>
              <a:t>     </a:t>
            </a:r>
            <a:r>
              <a:rPr lang="en-IN" b="1" dirty="0" err="1"/>
              <a:t>bulk_upload</a:t>
            </a:r>
            <a:r>
              <a:rPr lang="en-IN" b="1" dirty="0"/>
              <a:t>.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3. This sets up the entire data in the </a:t>
            </a:r>
            <a:r>
              <a:rPr lang="en-IN" b="1" dirty="0" err="1"/>
              <a:t>Supabase</a:t>
            </a:r>
            <a:r>
              <a:rPr lang="en-IN" dirty="0"/>
              <a:t> tables.</a:t>
            </a:r>
            <a:endParaRPr lang="en-IN" b="1" dirty="0"/>
          </a:p>
          <a:p>
            <a:r>
              <a:rPr lang="en-IN" dirty="0"/>
              <a:t>Frameworks and libraries </a:t>
            </a:r>
            <a:r>
              <a:rPr lang="en-IN" b="1" dirty="0"/>
              <a:t>– </a:t>
            </a:r>
            <a:r>
              <a:rPr lang="en-IN" b="1" dirty="0" err="1"/>
              <a:t>psycopg</a:t>
            </a:r>
            <a:r>
              <a:rPr lang="en-IN" dirty="0"/>
              <a:t>, </a:t>
            </a:r>
            <a:r>
              <a:rPr lang="en-IN" b="1" dirty="0" err="1"/>
              <a:t>supabase</a:t>
            </a:r>
            <a:r>
              <a:rPr lang="en-IN" b="1" dirty="0"/>
              <a:t> client</a:t>
            </a:r>
            <a:r>
              <a:rPr lang="en-IN" dirty="0"/>
              <a:t>,</a:t>
            </a:r>
            <a:r>
              <a:rPr lang="en-IN" b="1" dirty="0"/>
              <a:t> </a:t>
            </a:r>
            <a:r>
              <a:rPr lang="en-IN" b="1" dirty="0" err="1"/>
              <a:t>yfinance</a:t>
            </a:r>
            <a:r>
              <a:rPr lang="en-IN" dirty="0"/>
              <a:t>, </a:t>
            </a:r>
            <a:r>
              <a:rPr lang="en-IN" b="1" dirty="0" err="1"/>
              <a:t>httpx</a:t>
            </a:r>
            <a:r>
              <a:rPr lang="en-IN" dirty="0"/>
              <a:t>, </a:t>
            </a:r>
            <a:r>
              <a:rPr lang="en-IN" b="1" dirty="0"/>
              <a:t>requests</a:t>
            </a:r>
            <a:r>
              <a:rPr lang="en-IN" dirty="0"/>
              <a:t>, </a:t>
            </a:r>
            <a:r>
              <a:rPr lang="en-IN" b="1" dirty="0"/>
              <a:t>xml parser function</a:t>
            </a:r>
            <a:r>
              <a:rPr lang="en-IN" dirty="0"/>
              <a:t> (self written)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6336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E796B-83B5-F2DE-7CC9-3AA5ACA4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0F12-6E5B-4543-F200-3A40ADAC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0228"/>
          </a:xfrm>
        </p:spPr>
        <p:txBody>
          <a:bodyPr/>
          <a:lstStyle/>
          <a:p>
            <a:r>
              <a:rPr lang="en-US" dirty="0"/>
              <a:t>setup.sh shell file for setup flowchart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5F2982-78C7-588F-3D1E-594CDE91F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286597"/>
            <a:ext cx="9601200" cy="3215080"/>
          </a:xfrm>
        </p:spPr>
      </p:pic>
    </p:spTree>
    <p:extLst>
      <p:ext uri="{BB962C8B-B14F-4D97-AF65-F5344CB8AC3E}">
        <p14:creationId xmlns:p14="http://schemas.microsoft.com/office/powerpoint/2010/main" val="202515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232C-80C4-34BD-555C-1990616E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3FDD-37D7-AAC8-D2E2-241BCC21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02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DAILY DATA EXTRACTION FEATURE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EBAB-B04C-F293-659A-4F6566C79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39433"/>
            <a:ext cx="9601200" cy="4332767"/>
          </a:xfrm>
        </p:spPr>
        <p:txBody>
          <a:bodyPr/>
          <a:lstStyle/>
          <a:p>
            <a:r>
              <a:rPr lang="en-US" dirty="0"/>
              <a:t>For updating the EOD price for each ticker available a </a:t>
            </a:r>
            <a:r>
              <a:rPr lang="en-US" b="1" dirty="0"/>
              <a:t>DAG</a:t>
            </a:r>
            <a:r>
              <a:rPr lang="en-US" dirty="0"/>
              <a:t> is scheduled for everyday using </a:t>
            </a:r>
            <a:r>
              <a:rPr lang="en-US" b="1" dirty="0"/>
              <a:t>Apache Airflow</a:t>
            </a:r>
            <a:r>
              <a:rPr lang="en-US" dirty="0"/>
              <a:t>.</a:t>
            </a:r>
          </a:p>
          <a:p>
            <a:r>
              <a:rPr lang="en-IN" dirty="0"/>
              <a:t>The workflow file sits under the </a:t>
            </a:r>
            <a:r>
              <a:rPr lang="en-IN" b="1" dirty="0" err="1"/>
              <a:t>dags</a:t>
            </a:r>
            <a:r>
              <a:rPr lang="en-IN" dirty="0"/>
              <a:t> folder inside the airflow directory for scheduled scripts.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F15FA-FC47-D9A5-463E-1BF9BDE2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3014836"/>
            <a:ext cx="6562725" cy="355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7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EE97-7396-B4FE-DEDB-D2EF37B8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ECA9-EA68-5C27-A585-C8A0949C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02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PART 2 – SENTIMENT ANALYSIS FOR ANY STOCK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4236B-4F88-D466-589E-9C8CFF0E0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39433"/>
            <a:ext cx="9601200" cy="4332767"/>
          </a:xfrm>
        </p:spPr>
        <p:txBody>
          <a:bodyPr/>
          <a:lstStyle/>
          <a:p>
            <a:r>
              <a:rPr lang="en-US" dirty="0"/>
              <a:t>Sentiment classification performed using </a:t>
            </a:r>
            <a:r>
              <a:rPr lang="en-US" b="1" dirty="0" err="1"/>
              <a:t>FinBERT</a:t>
            </a:r>
            <a:r>
              <a:rPr lang="en-US" b="1" dirty="0"/>
              <a:t>. </a:t>
            </a:r>
            <a:r>
              <a:rPr lang="en-US" dirty="0"/>
              <a:t>Classified headlines in terms of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negative</a:t>
            </a:r>
            <a:r>
              <a:rPr lang="en-US" dirty="0"/>
              <a:t> and </a:t>
            </a:r>
            <a:r>
              <a:rPr lang="en-US" b="1" dirty="0"/>
              <a:t>neutral.</a:t>
            </a:r>
          </a:p>
          <a:p>
            <a:r>
              <a:rPr lang="en-US" dirty="0"/>
              <a:t>Use of </a:t>
            </a:r>
            <a:r>
              <a:rPr lang="en-US" b="1" dirty="0" err="1"/>
              <a:t>yfinance</a:t>
            </a:r>
            <a:r>
              <a:rPr lang="en-US" dirty="0"/>
              <a:t> news and </a:t>
            </a:r>
            <a:r>
              <a:rPr lang="en-US" b="1" dirty="0" err="1"/>
              <a:t>Gnews</a:t>
            </a:r>
            <a:r>
              <a:rPr lang="en-US" dirty="0"/>
              <a:t> python package to perform sentiment analysis on “n” different news headlines.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278AE-BC92-2185-46D4-61A84733D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53" y="3278883"/>
            <a:ext cx="6260694" cy="32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2345-64B4-F142-4380-92B4BA12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8963"/>
          </a:xfrm>
        </p:spPr>
        <p:txBody>
          <a:bodyPr>
            <a:normAutofit/>
          </a:bodyPr>
          <a:lstStyle/>
          <a:p>
            <a:r>
              <a:rPr lang="en-US" sz="4000" dirty="0"/>
              <a:t>PART 3 - </a:t>
            </a:r>
            <a:r>
              <a:rPr lang="en-US" sz="4000" b="1" dirty="0" err="1"/>
              <a:t>Autogen</a:t>
            </a:r>
            <a:r>
              <a:rPr lang="en-US" sz="4000" dirty="0"/>
              <a:t> Agentic Workflows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8A6F-2311-4FC8-1A9C-705E2AC37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94883"/>
            <a:ext cx="9601200" cy="4486939"/>
          </a:xfrm>
        </p:spPr>
        <p:txBody>
          <a:bodyPr/>
          <a:lstStyle/>
          <a:p>
            <a:r>
              <a:rPr lang="en-US" dirty="0"/>
              <a:t>Created different </a:t>
            </a:r>
            <a:r>
              <a:rPr lang="en-US" b="1" dirty="0" err="1"/>
              <a:t>AssistantAgent</a:t>
            </a:r>
            <a:r>
              <a:rPr lang="en-US" b="1" dirty="0"/>
              <a:t> </a:t>
            </a:r>
            <a:r>
              <a:rPr lang="en-US" dirty="0"/>
              <a:t>objects for performing </a:t>
            </a:r>
            <a:r>
              <a:rPr lang="en-US" dirty="0" err="1"/>
              <a:t>yfinance</a:t>
            </a:r>
            <a:r>
              <a:rPr lang="en-US" dirty="0"/>
              <a:t> market research and sentiment analysis tasks.</a:t>
            </a:r>
          </a:p>
          <a:p>
            <a:r>
              <a:rPr lang="en-US" b="1" dirty="0" err="1"/>
              <a:t>UserProxy</a:t>
            </a:r>
            <a:r>
              <a:rPr lang="en-US" dirty="0"/>
              <a:t> agent for accepting prompt and communicating to the </a:t>
            </a:r>
            <a:r>
              <a:rPr lang="en-US" dirty="0" err="1"/>
              <a:t>GroupChat</a:t>
            </a:r>
            <a:r>
              <a:rPr lang="en-US" dirty="0"/>
              <a:t> of multiple made agent.</a:t>
            </a:r>
          </a:p>
          <a:p>
            <a:r>
              <a:rPr lang="en-US" dirty="0"/>
              <a:t>Iteration 1 was done using </a:t>
            </a:r>
            <a:r>
              <a:rPr lang="en-US" b="1" dirty="0" err="1"/>
              <a:t>GroupChatManager</a:t>
            </a:r>
            <a:endParaRPr lang="en-US" b="1" dirty="0"/>
          </a:p>
          <a:p>
            <a:r>
              <a:rPr lang="en-US" dirty="0"/>
              <a:t>Later used </a:t>
            </a:r>
            <a:r>
              <a:rPr lang="en-US" b="1" dirty="0" err="1"/>
              <a:t>MagenticOneOchestrator</a:t>
            </a:r>
            <a:r>
              <a:rPr lang="en-US" dirty="0"/>
              <a:t> agent for understanding prompts, making choice of the right FunctionTool to use in achieving the ultimate goal.</a:t>
            </a:r>
          </a:p>
          <a:p>
            <a:r>
              <a:rPr lang="en-US" dirty="0"/>
              <a:t>All responses </a:t>
            </a:r>
            <a:r>
              <a:rPr lang="en-US" b="1" dirty="0" err="1"/>
              <a:t>Pydantic</a:t>
            </a:r>
            <a:r>
              <a:rPr lang="en-US" b="1" dirty="0"/>
              <a:t> or JSON type.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97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F53D-2F0A-755E-B36B-7204B922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9E5D0-3745-0C2D-F3C8-FA2E1BD04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62120-8BA7-FFB0-6495-5148E427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12" y="1267292"/>
            <a:ext cx="9910260" cy="432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6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CA28-044F-6630-B0EA-529F0CAD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19716"/>
          </a:xfrm>
        </p:spPr>
        <p:txBody>
          <a:bodyPr>
            <a:normAutofit/>
          </a:bodyPr>
          <a:lstStyle/>
          <a:p>
            <a:r>
              <a:rPr lang="en-US" sz="4000" dirty="0"/>
              <a:t>PART 4 – </a:t>
            </a:r>
            <a:r>
              <a:rPr lang="en-US" sz="4000" b="1" dirty="0" err="1"/>
              <a:t>LangGraph</a:t>
            </a:r>
            <a:r>
              <a:rPr lang="en-US" sz="4000" dirty="0"/>
              <a:t> cyclic graphs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6788-0BAB-44D5-1DC4-0E18BBA85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395"/>
            <a:ext cx="9601200" cy="4432005"/>
          </a:xfrm>
        </p:spPr>
        <p:txBody>
          <a:bodyPr/>
          <a:lstStyle/>
          <a:p>
            <a:r>
              <a:rPr lang="en-US" dirty="0"/>
              <a:t>Implementation using </a:t>
            </a:r>
            <a:r>
              <a:rPr lang="en-US" b="1" dirty="0" err="1"/>
              <a:t>LangGraph</a:t>
            </a:r>
            <a:r>
              <a:rPr lang="en-US" dirty="0"/>
              <a:t> based nodes and edges for creating workflows.</a:t>
            </a:r>
          </a:p>
          <a:p>
            <a:r>
              <a:rPr lang="en-US" dirty="0"/>
              <a:t>Nodes in play – </a:t>
            </a:r>
          </a:p>
          <a:p>
            <a:pPr marL="0" indent="0">
              <a:buNone/>
            </a:pPr>
            <a:r>
              <a:rPr lang="en-US" dirty="0"/>
              <a:t>	1) </a:t>
            </a:r>
            <a:r>
              <a:rPr lang="en-US" dirty="0" err="1"/>
              <a:t>prompt_input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2) </a:t>
            </a:r>
            <a:r>
              <a:rPr lang="en-US" b="1" dirty="0" err="1"/>
              <a:t>prompt_analysis</a:t>
            </a:r>
            <a:r>
              <a:rPr lang="en-US" b="1" dirty="0"/>
              <a:t> </a:t>
            </a:r>
            <a:r>
              <a:rPr lang="en-US" dirty="0"/>
              <a:t>- *</a:t>
            </a:r>
          </a:p>
          <a:p>
            <a:pPr marL="0" indent="0">
              <a:buNone/>
            </a:pPr>
            <a:r>
              <a:rPr lang="en-US" dirty="0"/>
              <a:t>	3) </a:t>
            </a:r>
            <a:r>
              <a:rPr lang="en-US" dirty="0" err="1"/>
              <a:t>sentiment_analysis_node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4) </a:t>
            </a:r>
            <a:r>
              <a:rPr lang="en-US" dirty="0" err="1"/>
              <a:t>market_research_node</a:t>
            </a:r>
            <a:endParaRPr lang="en-US" dirty="0"/>
          </a:p>
          <a:p>
            <a:r>
              <a:rPr lang="en-US" dirty="0"/>
              <a:t>Added edges for connecting nodes for completing graph.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5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BB4F0-5C68-951C-AB23-B4BEF783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FD21CA-AD09-26EA-3B38-295CC7988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554" y="1658680"/>
            <a:ext cx="9501246" cy="4421372"/>
          </a:xfrm>
        </p:spPr>
      </p:pic>
    </p:spTree>
    <p:extLst>
      <p:ext uri="{BB962C8B-B14F-4D97-AF65-F5344CB8AC3E}">
        <p14:creationId xmlns:p14="http://schemas.microsoft.com/office/powerpoint/2010/main" val="3559409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F657-C7BF-3B0C-CA10-3D10E37B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51614"/>
          </a:xfrm>
        </p:spPr>
        <p:txBody>
          <a:bodyPr/>
          <a:lstStyle/>
          <a:p>
            <a:r>
              <a:rPr lang="en-US" dirty="0"/>
              <a:t>CURRENT WORK 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76C28-3B48-4648-A645-229129D4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9823"/>
            <a:ext cx="9601200" cy="4357577"/>
          </a:xfrm>
        </p:spPr>
        <p:txBody>
          <a:bodyPr/>
          <a:lstStyle/>
          <a:p>
            <a:r>
              <a:rPr lang="en-US" dirty="0"/>
              <a:t>Implementing the same system using </a:t>
            </a:r>
            <a:r>
              <a:rPr lang="en-US" b="1" dirty="0"/>
              <a:t>Anthropic - Model Context Protocol.</a:t>
            </a:r>
          </a:p>
          <a:p>
            <a:r>
              <a:rPr lang="en-US" dirty="0"/>
              <a:t>Consisting of MCP servers holding procedures as Tools.</a:t>
            </a:r>
          </a:p>
          <a:p>
            <a:r>
              <a:rPr lang="en-US" dirty="0"/>
              <a:t>MCP Clients will be used for processing request, Servers make the decision of executing which function procedures on the data that is provided or extracted based on </a:t>
            </a:r>
            <a:r>
              <a:rPr lang="en-US" b="1" dirty="0"/>
              <a:t>Claude API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60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0299-5944-58A1-1A8D-9D047107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BA109-87D7-34E1-648A-94E938E91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YOU HAVE REACHED THE END :(</a:t>
            </a:r>
          </a:p>
          <a:p>
            <a:pPr marL="0" indent="0" algn="ctr">
              <a:buNone/>
            </a:pPr>
            <a:r>
              <a:rPr lang="en-US" sz="4800"/>
              <a:t>READY FOR YOUR QUESTIONS.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2585922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{2E687BCD-368B-4626-B847-B52A4AF1F855}tf10001105</Template>
  <TotalTime>1144</TotalTime>
  <Words>479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Crop</vt:lpstr>
      <vt:lpstr>COMPETITIVE ANALYSIS USING LLMS &amp; DATA SCIENCE</vt:lpstr>
      <vt:lpstr>ASPECTS OF THE PROJECT - </vt:lpstr>
      <vt:lpstr>PART 1 – DATA WAREHOUSING MARKET DATA </vt:lpstr>
      <vt:lpstr>setup.sh shell file for setup flowchart</vt:lpstr>
      <vt:lpstr>DAILY DATA EXTRACTION FEATURE</vt:lpstr>
      <vt:lpstr>PART 2 – SENTIMENT ANALYSIS FOR ANY STOCK</vt:lpstr>
      <vt:lpstr>PART 3 - Autogen Agentic Workflows</vt:lpstr>
      <vt:lpstr>PowerPoint Presentation</vt:lpstr>
      <vt:lpstr>PART 4 – LangGraph cyclic graphs</vt:lpstr>
      <vt:lpstr>PowerPoint Presentation</vt:lpstr>
      <vt:lpstr>CURRENT WORK -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Kedar Kenjalkar</dc:creator>
  <cp:lastModifiedBy>Kedar Kenjalkar</cp:lastModifiedBy>
  <cp:revision>1</cp:revision>
  <dcterms:created xsi:type="dcterms:W3CDTF">2025-03-19T13:08:07Z</dcterms:created>
  <dcterms:modified xsi:type="dcterms:W3CDTF">2025-03-21T20:05:18Z</dcterms:modified>
</cp:coreProperties>
</file>